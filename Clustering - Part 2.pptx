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357" r:id="rId6"/>
    <p:sldId id="3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CCCBD-8C09-45FD-BEE0-50DE703E9C09}" v="7" dt="2024-09-29T08:44:28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EBF6-CCEE-7133-428B-80DE60D1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1E092-946C-E49D-20E0-744264490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58307-447A-CEFA-E353-513FF41E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824FA-9F98-CEF4-381E-E8F712BD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19C4-7FDC-8B08-2D31-CC901BD1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3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F28F-CAE1-4942-017F-81800F6E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BB54-F16F-5561-6C3D-FEDDBE693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5803F-61FF-91BD-3FFF-2B3BC461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F40F8-75CC-1790-8425-132EF904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6E42D-BB13-2D20-D5A4-5E71F7B9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5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B655-5ED4-B4EA-55A6-249452A2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C6077-20C9-B22A-526E-06A0C52CA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AA3F8-0FB5-8DFE-572D-410F31E1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C6C7-4905-E427-C56B-56E41C20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53032-3025-F7DE-CA90-CD95E37A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7A96-45F2-8CDB-87C6-6667B385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28CBD-72D7-29B6-8F16-C8F25FCDA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6CBB0-46EA-6C3E-B546-6904F005D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104DB-9ACB-EE08-2FA9-3ED8BD87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8A4A4-3604-6AC1-3713-40277F9B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7A8A-53FE-99AC-842D-CA2BED4F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6CF4-A831-B43C-0807-833CCDE8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7DCA9-7681-6CE6-2B7D-C46C0E7D9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003DE-375A-7C42-5038-10676D52F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DDA9F-DC89-1048-F8FD-E5CC7D487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A542D-9CA1-0A4E-0B70-2BC43CAA3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B61D1-7D13-1095-3075-853B9871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572D27-C062-5112-17B4-0CF9ED89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35538B-44CA-9812-985B-B6AFABC8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6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E51-1C7C-0620-60CD-52929EC9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7314A-B9FE-E28F-7A28-84A01536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BEF77-B252-E444-EA97-6977FB13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A495B-1579-C991-ACAF-2BD4A7E1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1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D7569F-475D-967E-E517-392767F8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378F8-2972-94B2-B59F-DA8071F8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65EEB-88ED-3455-0B35-00DC1CDE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8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A6DA-2813-D217-3535-EE3C7934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565C-8A1A-8226-9E2A-2417C3FC1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6288E-417A-1400-960B-461631BAE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FCEB7-3633-BAC3-7250-DC858BE0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D4D85-0847-A11B-3BE8-155B7EBC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3D61-3B07-B5B7-8020-45535E37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47FB-6CBE-29FC-5296-DBA1091E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1E7FF-89CA-6DC6-8A61-426AF695A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855ED-86AE-622A-13AF-356D5D26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7A9FB-A7A2-F9F7-030E-72BBABA7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D79EB-417A-C7E0-49B8-D7AA5376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BAE0C-6F37-57DE-D044-C0CFF3C8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2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877B-F9D3-F2CB-A55E-B481838A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34E4B-ECAE-1B4A-BAB5-722EE7FDE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9B50-212A-EA46-41A7-1B9CB343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48BF4-4923-F2CD-36D2-B9CAE167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5D363-7EFB-2853-09CD-FEF53BFB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9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4834D-66D9-1538-2F82-75BA31E27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A176F-48B7-48FF-5F4A-116EE77C1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92448-6633-E5A8-55EF-36145AFA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90D9-75F0-C91E-3174-0F115360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1AD56-938D-4FE4-076C-9CDBABDE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9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4BC2A-694C-34DE-E00D-81B366B3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3285-D902-9C7B-53EF-50AC7E0F0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BDDF-E0C7-FB68-DCDD-30C90A21A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77775-CA2F-4835-9DDA-43E84FC2EFA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C0CF3-AB81-1083-4691-292B1D038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A741-B990-BA38-691D-7C945FE49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46625-0D45-4928-83BF-654EB4A5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umaira@cse.uiu.ac.b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a-beginners-guide-to-hierarchical-clustering-and-how-to-perform-it-in-python-3ea26de2bc2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vipulddalal/birch-algorithm-with-working-example-a7b8fe047bd4" TargetMode="External"/><Relationship Id="rId4" Type="http://schemas.openxmlformats.org/officeDocument/2006/relationships/hyperlink" Target="https://medium.com/@sachinsoni600517/mastering-hierarchical-clustering-from-basic-to-advanced-5e770260bf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40" y="3835400"/>
            <a:ext cx="987552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079" y="616374"/>
            <a:ext cx="1626259" cy="14799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8240" y="3018536"/>
            <a:ext cx="8760460" cy="673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4267" dirty="0">
                <a:latin typeface="Calibri"/>
                <a:cs typeface="Calibri"/>
              </a:rPr>
              <a:t>Clustering – Part 2</a:t>
            </a:r>
            <a:endParaRPr sz="426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8241" y="3943929"/>
            <a:ext cx="7036647" cy="884131"/>
          </a:xfrm>
          <a:prstGeom prst="rect">
            <a:avLst/>
          </a:prstGeom>
        </p:spPr>
        <p:txBody>
          <a:bodyPr vert="horz" wrap="square" lIns="0" tIns="39793" rIns="0" bIns="0" rtlCol="0">
            <a:spAutoFit/>
          </a:bodyPr>
          <a:lstStyle/>
          <a:p>
            <a:pPr marL="16933">
              <a:spcBef>
                <a:spcPts val="313"/>
              </a:spcBef>
            </a:pPr>
            <a:r>
              <a:rPr lang="en-US" sz="2667" dirty="0">
                <a:solidFill>
                  <a:srgbClr val="3E3E3E"/>
                </a:solidFill>
                <a:latin typeface="Calibri"/>
                <a:cs typeface="Calibri"/>
              </a:rPr>
              <a:t>Data Mining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–</a:t>
            </a:r>
            <a:r>
              <a:rPr sz="2667" spc="-67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Final</a:t>
            </a:r>
            <a:r>
              <a:rPr sz="2667" spc="-47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3E3E3E"/>
                </a:solidFill>
                <a:latin typeface="Calibri"/>
                <a:cs typeface="Calibri"/>
              </a:rPr>
              <a:t>Week</a:t>
            </a:r>
            <a:r>
              <a:rPr sz="2667" spc="-5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667" spc="-67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2667" dirty="0">
              <a:latin typeface="Calibri"/>
              <a:cs typeface="Calibri"/>
            </a:endParaRP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endParaRPr sz="2667" dirty="0">
              <a:latin typeface="Calibri"/>
              <a:cs typeface="Calibri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36DBFFEF-B102-217A-056F-755C77016154}"/>
              </a:ext>
            </a:extLst>
          </p:cNvPr>
          <p:cNvSpPr txBox="1"/>
          <p:nvPr/>
        </p:nvSpPr>
        <p:spPr>
          <a:xfrm>
            <a:off x="1158240" y="4531500"/>
            <a:ext cx="8479536" cy="2032650"/>
          </a:xfrm>
          <a:prstGeom prst="rect">
            <a:avLst/>
          </a:prstGeom>
        </p:spPr>
        <p:txBody>
          <a:bodyPr vert="horz" wrap="square" lIns="0" tIns="39793" rIns="0" bIns="0" rtlCol="0">
            <a:spAutoFit/>
          </a:bodyPr>
          <a:lstStyle/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spc="-27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libri"/>
                <a:cs typeface="Calibri"/>
              </a:rPr>
              <a:t>Humaira Anzum Neha</a:t>
            </a:r>
            <a:r>
              <a:rPr lang="en-US" sz="2400" spc="-13" dirty="0">
                <a:solidFill>
                  <a:srgbClr val="6DAC1C"/>
                </a:solidFill>
                <a:latin typeface="Calibri"/>
                <a:cs typeface="Calibri"/>
              </a:rPr>
              <a:t> </a:t>
            </a: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spc="-13" dirty="0">
                <a:latin typeface="Calibri"/>
                <a:cs typeface="Calibri"/>
              </a:rPr>
              <a:t>Lecturer</a:t>
            </a: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dirty="0">
                <a:solidFill>
                  <a:srgbClr val="3E3E3E"/>
                </a:solidFill>
                <a:latin typeface="Calibri"/>
                <a:cs typeface="Calibri"/>
              </a:rPr>
              <a:t>Dept</a:t>
            </a:r>
            <a:r>
              <a:rPr lang="en-US" sz="24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lang="en-US" sz="2400" spc="-3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E3E3E"/>
                </a:solidFill>
                <a:latin typeface="Calibri"/>
                <a:cs typeface="Calibri"/>
              </a:rPr>
              <a:t>CSE,</a:t>
            </a:r>
            <a:r>
              <a:rPr lang="en-US" sz="2400" spc="-47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400" spc="-33" dirty="0">
                <a:solidFill>
                  <a:srgbClr val="3E3E3E"/>
                </a:solidFill>
                <a:latin typeface="Calibri"/>
                <a:cs typeface="Calibri"/>
              </a:rPr>
              <a:t>UIU </a:t>
            </a: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r>
              <a:rPr lang="en-US" sz="2400" spc="-33" dirty="0">
                <a:solidFill>
                  <a:srgbClr val="3E3E3E"/>
                </a:solidFill>
                <a:latin typeface="Calibri"/>
                <a:cs typeface="Calibri"/>
                <a:hlinkClick r:id="rId3"/>
              </a:rPr>
              <a:t>humaira</a:t>
            </a:r>
            <a:r>
              <a:rPr lang="en-US" sz="2400" u="sng" spc="-13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libri"/>
                <a:cs typeface="Calibri"/>
                <a:hlinkClick r:id="rId3"/>
              </a:rPr>
              <a:t>@cse.uiu.ac.bd</a:t>
            </a:r>
            <a:endParaRPr lang="en-US" sz="2400" u="sng" spc="-13" dirty="0">
              <a:solidFill>
                <a:srgbClr val="6DAC1C"/>
              </a:solidFill>
              <a:uFill>
                <a:solidFill>
                  <a:srgbClr val="6DAC1C"/>
                </a:solidFill>
              </a:uFill>
              <a:latin typeface="Calibri"/>
              <a:cs typeface="Calibri"/>
            </a:endParaRPr>
          </a:p>
          <a:p>
            <a:pPr marL="16933" marR="4059665">
              <a:lnSpc>
                <a:spcPct val="90100"/>
              </a:lnSpc>
              <a:spcBef>
                <a:spcPts val="507"/>
              </a:spcBef>
            </a:pPr>
            <a:endParaRPr sz="2667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Hierarchical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2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E852F-9CF8-FFC4-6F74-E76B64E5F2EA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3E3AF-6780-9094-D713-E21238410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47" y="1887389"/>
            <a:ext cx="8811855" cy="2638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1C4B4A-5DAC-0E38-242D-51C73864AD90}"/>
              </a:ext>
            </a:extLst>
          </p:cNvPr>
          <p:cNvSpPr txBox="1"/>
          <p:nvPr/>
        </p:nvSpPr>
        <p:spPr>
          <a:xfrm>
            <a:off x="1588346" y="1208868"/>
            <a:ext cx="881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 with K-Mean</a:t>
            </a:r>
          </a:p>
        </p:txBody>
      </p:sp>
    </p:spTree>
    <p:extLst>
      <p:ext uri="{BB962C8B-B14F-4D97-AF65-F5344CB8AC3E}">
        <p14:creationId xmlns:p14="http://schemas.microsoft.com/office/powerpoint/2010/main" val="382999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46" y="132080"/>
            <a:ext cx="690879" cy="62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8347" y="177177"/>
            <a:ext cx="8991600" cy="546496"/>
          </a:xfrm>
          <a:prstGeom prst="rect">
            <a:avLst/>
          </a:prstGeom>
          <a:solidFill>
            <a:srgbClr val="F0992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ctr">
            <a:spAutoFit/>
          </a:bodyPr>
          <a:lstStyle/>
          <a:p>
            <a:pPr marR="85511" algn="ctr">
              <a:lnSpc>
                <a:spcPts val="4513"/>
              </a:lnSpc>
            </a:pPr>
            <a:r>
              <a:rPr lang="en-US" sz="3200" b="1" spc="-13" dirty="0">
                <a:solidFill>
                  <a:schemeClr val="bg1"/>
                </a:solidFill>
              </a:rPr>
              <a:t>Hierarchical Clustering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3339" y="4910035"/>
            <a:ext cx="246379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315"/>
                </a:lnSpc>
              </a:pPr>
              <a:t>3</a:t>
            </a:fld>
            <a:endParaRPr lang="en-US" spc="-67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68919" y="4968875"/>
            <a:ext cx="115442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473"/>
              </a:lnSpc>
            </a:pPr>
            <a:r>
              <a:rPr lang="en-US"/>
              <a:t>Lec</a:t>
            </a:r>
            <a:r>
              <a:rPr lang="en-US" spc="10"/>
              <a:t> </a:t>
            </a:r>
            <a:r>
              <a:rPr lang="en-US"/>
              <a:t>Raiyan,</a:t>
            </a:r>
            <a:r>
              <a:rPr lang="en-US" spc="-20"/>
              <a:t> </a:t>
            </a:r>
            <a:r>
              <a:rPr lang="en-US"/>
              <a:t>CSE, </a:t>
            </a:r>
            <a:r>
              <a:rPr lang="en-US" spc="-25"/>
              <a:t>UIU</a:t>
            </a:r>
            <a:endParaRPr lang="en-US" spc="-3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FD815-3B33-AE64-D05F-AF08BE81051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6932038-E6BF-C2C5-E2D7-657B0A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949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8A118-AE2D-33CD-D274-CB4994579A1F}"/>
              </a:ext>
            </a:extLst>
          </p:cNvPr>
          <p:cNvSpPr txBox="1"/>
          <p:nvPr/>
        </p:nvSpPr>
        <p:spPr>
          <a:xfrm>
            <a:off x="1952786" y="1380928"/>
            <a:ext cx="88340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https://medium.com/analytics-vidhya/a-beginners-guide-to-hierarchical-clustering-and-how-to-perform-it-in-python-3ea26de2bc20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https://medium.com/@sachinsoni600517/mastering-hierarchical-clustering-from-basic-to-advanced-5e770260bf93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https://medium.com/@vipulddalal/birch-algorithm-with-working-example-a7b8fe047bd4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602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23a9bc-f6b4-4119-8639-49f06be604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861056F44CB24E9AFE29B868B75F6D" ma:contentTypeVersion="6" ma:contentTypeDescription="Create a new document." ma:contentTypeScope="" ma:versionID="1d9898b3eb27d2a7625f03f6a12e5b56">
  <xsd:schema xmlns:xsd="http://www.w3.org/2001/XMLSchema" xmlns:xs="http://www.w3.org/2001/XMLSchema" xmlns:p="http://schemas.microsoft.com/office/2006/metadata/properties" xmlns:ns3="3423a9bc-f6b4-4119-8639-49f06be6048f" targetNamespace="http://schemas.microsoft.com/office/2006/metadata/properties" ma:root="true" ma:fieldsID="437daef725167e1549e0aef01c78cd8b" ns3:_="">
    <xsd:import namespace="3423a9bc-f6b4-4119-8639-49f06be6048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3a9bc-f6b4-4119-8639-49f06be6048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DD7899-C445-43A0-A75E-35F3FA41CB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5D7A4D-4CEB-4AF2-9AC5-B2B3D20E0AF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423a9bc-f6b4-4119-8639-49f06be6048f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CC0044B-333E-43C9-97AD-A09B8CFA6B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23a9bc-f6b4-4119-8639-49f06be604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77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Hierarchical Clustering</vt:lpstr>
      <vt:lpstr>Hierarchical Clustering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social</dc:creator>
  <cp:lastModifiedBy>social</cp:lastModifiedBy>
  <cp:revision>6</cp:revision>
  <dcterms:created xsi:type="dcterms:W3CDTF">2024-09-02T09:58:42Z</dcterms:created>
  <dcterms:modified xsi:type="dcterms:W3CDTF">2024-09-30T02:25:40Z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0x01010002861056F44CB24E9AFE29B868B75F6D</vt:lpwstr>
  </property>
</Properties>
</file>